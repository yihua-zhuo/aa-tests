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季度回顾 / 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 Q3 · 数据分析团队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关键指标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营收 Revenue: 1,280,500 元</a:t>
            </a:r>
          </a:p>
          <a:p>
            <a:pPr>
              <a:defRPr sz="2400"/>
            </a:pPr>
            <a:r>
              <a:t>同比增长 18.5%</a:t>
            </a:r>
          </a:p>
          <a:p>
            <a:pPr>
              <a:defRPr sz="2400"/>
            </a:pPr>
            <a:r>
              <a:t>新增客户 42 家</a:t>
            </a:r>
          </a:p>
          <a:p>
            <a:pPr>
              <a:defRPr sz="2400"/>
            </a:pPr>
            <a:r>
              <a:t>P95 延迟 &lt; 200 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